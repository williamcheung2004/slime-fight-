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58" r:id="rId5"/>
    <p:sldId id="260" r:id="rId6"/>
    <p:sldId id="259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ACB98-D630-64EC-5ED2-20566507B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7F8F2B-9E4E-2FD0-B4A0-B59E855CA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AF1269-D1BA-3297-FE4A-C7F658510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566F7-56BA-4238-ABA2-8E8599AEE832}" type="datetimeFigureOut">
              <a:rPr lang="en-GB" smtClean="0"/>
              <a:t>09/05/2026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283AAD-C04A-A378-FD95-0C5DFE425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29D3D5-F069-E236-EEF7-0AC2AFD23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7083EA-5C52-4668-B8BE-7AB3C9B5E1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5010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B9731-9B0B-627B-A05A-155C893D0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FDB24-4149-1380-BF3C-FEDCE6FBFA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CD013-55DD-745D-DB4B-04FA7A38C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566F7-56BA-4238-ABA2-8E8599AEE832}" type="datetimeFigureOut">
              <a:rPr lang="en-GB" smtClean="0"/>
              <a:t>09/05/2026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4B5E9-88A7-1B75-49C9-93C2D59B3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817A41-FFD9-9700-0961-7555F423B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7083EA-5C52-4668-B8BE-7AB3C9B5E1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6139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806F-0E47-00D6-B5B0-0F4E5C19B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31171C-70DD-A6A0-6BFA-407C6D159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C60791-F523-4262-5564-37DA786AD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566F7-56BA-4238-ABA2-8E8599AEE832}" type="datetimeFigureOut">
              <a:rPr lang="en-GB" smtClean="0"/>
              <a:t>09/05/2026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D5329-B28C-D9C5-CA5B-6023C0392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45E61-828B-BCA8-A5A2-AAFC77837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7083EA-5C52-4668-B8BE-7AB3C9B5E1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1042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06E87-6DB3-15AD-0D75-632F816CC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FC523-FB8C-338E-9CDE-CA74DD8EBC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D609E3-C5EF-DF12-9242-AB9615BC62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ED76F5-2CC3-1BE4-78BE-E22E3ECFD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566F7-56BA-4238-ABA2-8E8599AEE832}" type="datetimeFigureOut">
              <a:rPr lang="en-GB" smtClean="0"/>
              <a:t>09/05/2026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698AC6-BED1-6048-7AC3-77F6B43FF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921A98-428F-A4EF-C4A1-FF1549AC0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7083EA-5C52-4668-B8BE-7AB3C9B5E1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1198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22D8F-1C7B-0FB3-868F-D2761BE79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A62C2E-A514-0F10-7439-FEC074A406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E4BD0-C0A0-BCCE-A67C-F91FA66FF4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4B8FF7-E9ED-3C1B-B3C2-29BF68D2E3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ED19FE-CE38-8666-86B8-C65A7EE35E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1DF111-E9E1-0C2F-9D27-31D3F37A2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566F7-56BA-4238-ABA2-8E8599AEE832}" type="datetimeFigureOut">
              <a:rPr lang="en-GB" smtClean="0"/>
              <a:t>09/05/2026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0468FE-15E5-8685-D388-C10197D7B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AAFCD1-82E8-A3A7-2C1D-EBB8ECE9A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7083EA-5C52-4668-B8BE-7AB3C9B5E1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0872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960B0-37B7-92C1-2796-BE2691873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1209B2-BA8E-5F45-28EA-F23F6DCBC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566F7-56BA-4238-ABA2-8E8599AEE832}" type="datetimeFigureOut">
              <a:rPr lang="en-GB" smtClean="0"/>
              <a:t>09/05/2026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385A05-6912-9038-6CFE-7A6791B74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04311F-C8F4-E512-AE3A-D8E689E7C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7083EA-5C52-4668-B8BE-7AB3C9B5E1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5839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CA6518-69E6-71AE-2203-7D7A94214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566F7-56BA-4238-ABA2-8E8599AEE832}" type="datetimeFigureOut">
              <a:rPr lang="en-GB" smtClean="0"/>
              <a:t>09/05/2026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46C098-468F-49FB-A747-852CAAC3F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A5C2FC-DDEF-F2AD-6860-DA826F9BC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7083EA-5C52-4668-B8BE-7AB3C9B5E1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63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82BA8-650B-D534-9991-E25824BED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CA13F-E129-FFA7-E060-E3E30EA6D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130FAC-4BF7-715A-4F2C-54AA071EE3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FA769-42D1-D53D-83D2-0E9D8F8EC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566F7-56BA-4238-ABA2-8E8599AEE832}" type="datetimeFigureOut">
              <a:rPr lang="en-GB" smtClean="0"/>
              <a:t>09/05/2026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BBC42-B7E8-424A-AC03-3E154C8C8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EEDD50-1308-6F0A-BAA2-C16E05317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7083EA-5C52-4668-B8BE-7AB3C9B5E1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968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2846A-ED4D-6B86-028F-62C596973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B0535F-8937-91A5-1305-6B4167A540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DF04EF-C4E9-4F4F-BD5A-2911393C5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6C2BC6-BB32-9C94-42EA-B5CB98DA6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566F7-56BA-4238-ABA2-8E8599AEE832}" type="datetimeFigureOut">
              <a:rPr lang="en-GB" smtClean="0"/>
              <a:t>09/05/2026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276156-75BA-EC0B-68E3-5A6EFB180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91567E-A21C-7C86-2876-1B4A7230D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7083EA-5C52-4668-B8BE-7AB3C9B5E1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0570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6E2F6-A093-0D67-26B4-4D94382F7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57440-6863-37BB-2685-5DD8112162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1BF7C-FD6F-211E-EBBB-1986040B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566F7-56BA-4238-ABA2-8E8599AEE832}" type="datetimeFigureOut">
              <a:rPr lang="en-GB" smtClean="0"/>
              <a:t>09/05/2026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C4F32D-B2A7-89A4-BAE3-A4C10CC69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6EAE2-6D04-D1D7-4214-0B8E81BA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7083EA-5C52-4668-B8BE-7AB3C9B5E1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3280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7A2EBB-DCC2-6EFB-C072-C65BE8DB55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2133BF-849E-F232-0126-C661059094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9CE98C-9C46-F27D-12F8-1CF1468B4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566F7-56BA-4238-ABA2-8E8599AEE832}" type="datetimeFigureOut">
              <a:rPr lang="en-GB" smtClean="0"/>
              <a:t>09/05/2026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050229-117C-4CA0-59BE-7A882C5FB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0CBC84-B870-2FD5-DA8A-2D72A1D2F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7083EA-5C52-4668-B8BE-7AB3C9B5E1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6951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05CA1B-1E6A-95C9-80AD-3A1930FFD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C4A3B-E247-5A68-859B-67043DC4D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30E0F7-56DD-641A-D08F-240968D3E7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0566F7-56BA-4238-ABA2-8E8599AEE832}" type="datetimeFigureOut">
              <a:rPr lang="en-GB" smtClean="0"/>
              <a:t>09/05/2026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8A4DF-345E-2B00-79BB-4EC6EBD6AB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7AC13D-5CED-6737-D045-6FB06ECD6D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7083EA-5C52-4668-B8BE-7AB3C9B5E1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7626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7EEFF7-1729-BE69-E0A8-0E5CDBDEA9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3" y="1999615"/>
            <a:ext cx="9144000" cy="2764028"/>
          </a:xfrm>
        </p:spPr>
        <p:txBody>
          <a:bodyPr anchor="ctr">
            <a:normAutofit/>
          </a:bodyPr>
          <a:lstStyle/>
          <a:p>
            <a:r>
              <a:rPr lang="en-GB" sz="7200"/>
              <a:t>Slime Fight</a:t>
            </a:r>
            <a:br>
              <a:rPr lang="en-GB" sz="7200"/>
            </a:br>
            <a:endParaRPr lang="en-GB" sz="72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84840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B859E-25EF-7BD3-0A4A-E47F596E2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Game Overview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8E629A-E422-F8CC-1D7C-2C746567474C}"/>
              </a:ext>
            </a:extLst>
          </p:cNvPr>
          <p:cNvSpPr txBox="1"/>
          <p:nvPr/>
        </p:nvSpPr>
        <p:spPr>
          <a:xfrm>
            <a:off x="1303564" y="1852613"/>
            <a:ext cx="363310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Genre of the game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Main objective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Target audience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Basic gameplay concept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2951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B859E-25EF-7BD3-0A4A-E47F596E2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Game Story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431575-F092-2586-2A8B-AFA04D766CE6}"/>
              </a:ext>
            </a:extLst>
          </p:cNvPr>
          <p:cNvSpPr txBox="1"/>
          <p:nvPr/>
        </p:nvSpPr>
        <p:spPr>
          <a:xfrm>
            <a:off x="1074964" y="1862138"/>
            <a:ext cx="36331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What the goal of the game?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15846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76357-A201-9642-7941-D2C2EF9A8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Game Logic +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96A75-71B5-608B-7879-065F789EB5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9225"/>
            <a:ext cx="10515600" cy="4224338"/>
          </a:xfrm>
        </p:spPr>
        <p:txBody>
          <a:bodyPr/>
          <a:lstStyle/>
          <a:p>
            <a:pPr marL="457200" lvl="1" indent="0">
              <a:buNone/>
            </a:pPr>
            <a:endParaRPr lang="en-GB" dirty="0"/>
          </a:p>
          <a:p>
            <a:r>
              <a:rPr lang="en-GB" dirty="0"/>
              <a:t>Collision</a:t>
            </a:r>
          </a:p>
          <a:p>
            <a:r>
              <a:rPr lang="en-GB" dirty="0"/>
              <a:t>Wave System</a:t>
            </a:r>
          </a:p>
          <a:p>
            <a:r>
              <a:rPr lang="en-GB" dirty="0"/>
              <a:t>Player Resources</a:t>
            </a:r>
          </a:p>
          <a:p>
            <a:r>
              <a:rPr lang="en-GB" dirty="0"/>
              <a:t>Upgrades</a:t>
            </a:r>
          </a:p>
          <a:p>
            <a:r>
              <a:rPr lang="en-GB" dirty="0"/>
              <a:t>Save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06887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B3DEF-8C3F-B684-3374-46295CF84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Progression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530B5-FFC1-78EE-0189-29DA30D28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Wave System</a:t>
            </a:r>
          </a:p>
          <a:p>
            <a:r>
              <a:rPr lang="en-GB" dirty="0"/>
              <a:t>Portal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2123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B3DEF-8C3F-B684-3374-46295CF84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Enemy AI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530B5-FFC1-78EE-0189-29DA30D28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Melee Enemies (Forrest) (Swamp)</a:t>
            </a:r>
          </a:p>
          <a:p>
            <a:r>
              <a:rPr lang="en-GB" dirty="0"/>
              <a:t>Ranged enemies (Desert)</a:t>
            </a:r>
          </a:p>
          <a:p>
            <a:r>
              <a:rPr lang="en-GB" dirty="0"/>
              <a:t>Boss enemies (Desert Boss)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1582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DCF0B-E6BD-C8AC-E4DC-43C85B210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Other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23DF2-A1CF-826B-AFF1-84625B1C62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Animations</a:t>
            </a:r>
          </a:p>
          <a:p>
            <a:r>
              <a:rPr lang="en-GB" dirty="0"/>
              <a:t>Screen UI – </a:t>
            </a:r>
            <a:r>
              <a:rPr lang="en-GB" dirty="0" err="1"/>
              <a:t>Pasued</a:t>
            </a:r>
            <a:r>
              <a:rPr lang="en-GB" dirty="0"/>
              <a:t>, Game Over, Start Screen</a:t>
            </a:r>
          </a:p>
          <a:p>
            <a:r>
              <a:rPr lang="en-GB" dirty="0"/>
              <a:t>Responsive design</a:t>
            </a:r>
          </a:p>
          <a:p>
            <a:r>
              <a:rPr lang="en-GB" dirty="0"/>
              <a:t>Sounds</a:t>
            </a:r>
          </a:p>
        </p:txBody>
      </p:sp>
    </p:spTree>
    <p:extLst>
      <p:ext uri="{BB962C8B-B14F-4D97-AF65-F5344CB8AC3E}">
        <p14:creationId xmlns:p14="http://schemas.microsoft.com/office/powerpoint/2010/main" val="1756667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</Words>
  <Application>Microsoft Office PowerPoint</Application>
  <PresentationFormat>Widescreen</PresentationFormat>
  <Paragraphs>32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Slime Fight </vt:lpstr>
      <vt:lpstr>Game Overview</vt:lpstr>
      <vt:lpstr>Game Story</vt:lpstr>
      <vt:lpstr>Game Logic + Systems</vt:lpstr>
      <vt:lpstr>Progression</vt:lpstr>
      <vt:lpstr>Enemy AI Logic</vt:lpstr>
      <vt:lpstr>Other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Slime Fight </dc:title>
  <dc:creator>William Cheung</dc:creator>
  <cp:lastModifiedBy>William Cheung</cp:lastModifiedBy>
  <cp:revision>3</cp:revision>
  <dcterms:created xsi:type="dcterms:W3CDTF">2026-05-09T19:46:09Z</dcterms:created>
  <dcterms:modified xsi:type="dcterms:W3CDTF">2026-05-09T22:23:01Z</dcterms:modified>
</cp:coreProperties>
</file>